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4"/>
  </p:sldMasterIdLst>
  <p:notesMasterIdLst>
    <p:notesMasterId r:id="rId16"/>
  </p:notesMasterIdLst>
  <p:sldIdLst>
    <p:sldId id="256" r:id="rId5"/>
    <p:sldId id="295" r:id="rId6"/>
    <p:sldId id="297" r:id="rId7"/>
    <p:sldId id="302" r:id="rId8"/>
    <p:sldId id="304" r:id="rId9"/>
    <p:sldId id="300" r:id="rId10"/>
    <p:sldId id="303" r:id="rId11"/>
    <p:sldId id="307" r:id="rId12"/>
    <p:sldId id="308" r:id="rId13"/>
    <p:sldId id="306" r:id="rId14"/>
    <p:sldId id="305" r:id="rId15"/>
  </p:sldIdLst>
  <p:sldSz cx="10080625" cy="5670550"/>
  <p:notesSz cx="7559675" cy="10691813"/>
  <p:embeddedFontLst>
    <p:embeddedFont>
      <p:font typeface="Cambria Math" panose="02040503050406030204" pitchFamily="18" charset="0"/>
      <p:regular r:id="rId17"/>
    </p:embeddedFont>
    <p:embeddedFont>
      <p:font typeface="Helvetica Neue Light" panose="02000403000000020004" pitchFamily="2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396"/>
    <a:srgbClr val="A7A1F4"/>
    <a:srgbClr val="2A2D3B"/>
    <a:srgbClr val="FFFFFF"/>
    <a:srgbClr val="FFCCDC"/>
    <a:srgbClr val="FFB1EF"/>
    <a:srgbClr val="D886E5"/>
    <a:srgbClr val="FFBB46"/>
    <a:srgbClr val="0C4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7F8B5-4984-DA43-8E14-C98B97C92E14}" v="216" dt="2026-03-11T13:54:33.9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45" d="100"/>
          <a:sy n="145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rik Sørbø" userId="aa173bd6-929c-4bba-9ad0-b207a528b169" providerId="ADAL" clId="{2320E76B-523F-5EAB-A91E-5A7124FD9D53}"/>
    <pc:docChg chg="undo custSel addSld delSld modSld sldOrd">
      <pc:chgData name="Eirik Sørbø" userId="aa173bd6-929c-4bba-9ad0-b207a528b169" providerId="ADAL" clId="{2320E76B-523F-5EAB-A91E-5A7124FD9D53}" dt="2026-03-11T14:40:38.054" v="1670" actId="1076"/>
      <pc:docMkLst>
        <pc:docMk/>
      </pc:docMkLst>
      <pc:sldChg chg="addSp modSp mod modNotesTx">
        <pc:chgData name="Eirik Sørbø" userId="aa173bd6-929c-4bba-9ad0-b207a528b169" providerId="ADAL" clId="{2320E76B-523F-5EAB-A91E-5A7124FD9D53}" dt="2026-03-09T08:54:32.265" v="1040" actId="1076"/>
        <pc:sldMkLst>
          <pc:docMk/>
          <pc:sldMk cId="0" sldId="256"/>
        </pc:sldMkLst>
        <pc:picChg chg="add mod">
          <ac:chgData name="Eirik Sørbø" userId="aa173bd6-929c-4bba-9ad0-b207a528b169" providerId="ADAL" clId="{2320E76B-523F-5EAB-A91E-5A7124FD9D53}" dt="2026-03-09T08:54:32.265" v="1040" actId="1076"/>
          <ac:picMkLst>
            <pc:docMk/>
            <pc:sldMk cId="0" sldId="256"/>
            <ac:picMk id="5" creationId="{4BBEA42D-847C-4B4D-81BE-74659FE38C03}"/>
          </ac:picMkLst>
        </pc:picChg>
      </pc:sldChg>
      <pc:sldChg chg="modNotesTx">
        <pc:chgData name="Eirik Sørbø" userId="aa173bd6-929c-4bba-9ad0-b207a528b169" providerId="ADAL" clId="{2320E76B-523F-5EAB-A91E-5A7124FD9D53}" dt="2026-03-04T13:39:01.898" v="325" actId="20577"/>
        <pc:sldMkLst>
          <pc:docMk/>
          <pc:sldMk cId="3640358950" sldId="295"/>
        </pc:sldMkLst>
      </pc:sldChg>
      <pc:sldChg chg="modNotesTx">
        <pc:chgData name="Eirik Sørbø" userId="aa173bd6-929c-4bba-9ad0-b207a528b169" providerId="ADAL" clId="{2320E76B-523F-5EAB-A91E-5A7124FD9D53}" dt="2026-03-04T13:39:04.772" v="326" actId="20577"/>
        <pc:sldMkLst>
          <pc:docMk/>
          <pc:sldMk cId="300569346" sldId="297"/>
        </pc:sldMkLst>
      </pc:sldChg>
      <pc:sldChg chg="del ord modNotesTx">
        <pc:chgData name="Eirik Sørbø" userId="aa173bd6-929c-4bba-9ad0-b207a528b169" providerId="ADAL" clId="{2320E76B-523F-5EAB-A91E-5A7124FD9D53}" dt="2026-03-10T07:18:59.980" v="1161" actId="2696"/>
        <pc:sldMkLst>
          <pc:docMk/>
          <pc:sldMk cId="244746774" sldId="298"/>
        </pc:sldMkLst>
      </pc:sldChg>
      <pc:sldChg chg="addSp delSp modSp mod modAnim modNotesTx">
        <pc:chgData name="Eirik Sørbø" userId="aa173bd6-929c-4bba-9ad0-b207a528b169" providerId="ADAL" clId="{2320E76B-523F-5EAB-A91E-5A7124FD9D53}" dt="2026-03-09T08:44:07.096" v="770"/>
        <pc:sldMkLst>
          <pc:docMk/>
          <pc:sldMk cId="3682704409" sldId="300"/>
        </pc:sldMkLst>
        <pc:spChg chg="add mod">
          <ac:chgData name="Eirik Sørbø" userId="aa173bd6-929c-4bba-9ad0-b207a528b169" providerId="ADAL" clId="{2320E76B-523F-5EAB-A91E-5A7124FD9D53}" dt="2026-03-09T08:43:06.266" v="739" actId="20577"/>
          <ac:spMkLst>
            <pc:docMk/>
            <pc:sldMk cId="3682704409" sldId="300"/>
            <ac:spMk id="6" creationId="{785B2AD3-D40A-EF56-E1CD-B3FED4B8CEF5}"/>
          </ac:spMkLst>
        </pc:spChg>
        <pc:spChg chg="mod">
          <ac:chgData name="Eirik Sørbø" userId="aa173bd6-929c-4bba-9ad0-b207a528b169" providerId="ADAL" clId="{2320E76B-523F-5EAB-A91E-5A7124FD9D53}" dt="2026-03-09T08:14:58.603" v="663" actId="113"/>
          <ac:spMkLst>
            <pc:docMk/>
            <pc:sldMk cId="3682704409" sldId="300"/>
            <ac:spMk id="7" creationId="{210934EE-4C89-E99E-9E46-D95826830DA2}"/>
          </ac:spMkLst>
        </pc:spChg>
        <pc:spChg chg="add mod">
          <ac:chgData name="Eirik Sørbø" userId="aa173bd6-929c-4bba-9ad0-b207a528b169" providerId="ADAL" clId="{2320E76B-523F-5EAB-A91E-5A7124FD9D53}" dt="2026-03-09T08:42:43.395" v="731" actId="1076"/>
          <ac:spMkLst>
            <pc:docMk/>
            <pc:sldMk cId="3682704409" sldId="300"/>
            <ac:spMk id="10" creationId="{0700C79D-3AD7-DEEF-5AC8-F1D824C923C7}"/>
          </ac:spMkLst>
        </pc:spChg>
        <pc:spChg chg="add mod">
          <ac:chgData name="Eirik Sørbø" userId="aa173bd6-929c-4bba-9ad0-b207a528b169" providerId="ADAL" clId="{2320E76B-523F-5EAB-A91E-5A7124FD9D53}" dt="2026-03-09T08:43:41.613" v="767" actId="122"/>
          <ac:spMkLst>
            <pc:docMk/>
            <pc:sldMk cId="3682704409" sldId="300"/>
            <ac:spMk id="14" creationId="{B551D94D-F1D0-0BA0-FE2A-132DE19EBD2E}"/>
          </ac:spMkLst>
        </pc:spChg>
        <pc:spChg chg="add mod">
          <ac:chgData name="Eirik Sørbø" userId="aa173bd6-929c-4bba-9ad0-b207a528b169" providerId="ADAL" clId="{2320E76B-523F-5EAB-A91E-5A7124FD9D53}" dt="2026-03-09T08:43:37.395" v="765" actId="1076"/>
          <ac:spMkLst>
            <pc:docMk/>
            <pc:sldMk cId="3682704409" sldId="300"/>
            <ac:spMk id="18" creationId="{EA3F33C0-4974-ABE5-6A06-2CFDD747F1CE}"/>
          </ac:spMkLst>
        </pc:spChg>
      </pc:sldChg>
      <pc:sldChg chg="ord modNotesTx">
        <pc:chgData name="Eirik Sørbø" userId="aa173bd6-929c-4bba-9ad0-b207a528b169" providerId="ADAL" clId="{2320E76B-523F-5EAB-A91E-5A7124FD9D53}" dt="2026-03-04T13:49:14.522" v="450" actId="20578"/>
        <pc:sldMkLst>
          <pc:docMk/>
          <pc:sldMk cId="2610456494" sldId="302"/>
        </pc:sldMkLst>
      </pc:sldChg>
      <pc:sldChg chg="addSp delSp modSp mod ord modAnim modNotesTx">
        <pc:chgData name="Eirik Sørbø" userId="aa173bd6-929c-4bba-9ad0-b207a528b169" providerId="ADAL" clId="{2320E76B-523F-5EAB-A91E-5A7124FD9D53}" dt="2026-03-09T13:17:07.380" v="1132" actId="166"/>
        <pc:sldMkLst>
          <pc:docMk/>
          <pc:sldMk cId="2209048758" sldId="303"/>
        </pc:sldMkLst>
        <pc:spChg chg="add mod">
          <ac:chgData name="Eirik Sørbø" userId="aa173bd6-929c-4bba-9ad0-b207a528b169" providerId="ADAL" clId="{2320E76B-523F-5EAB-A91E-5A7124FD9D53}" dt="2026-03-09T07:41:45.764" v="631" actId="20577"/>
          <ac:spMkLst>
            <pc:docMk/>
            <pc:sldMk cId="2209048758" sldId="303"/>
            <ac:spMk id="4" creationId="{EC6E9BC4-4C4A-F55F-1F0A-2624DBDEF936}"/>
          </ac:spMkLst>
        </pc:spChg>
        <pc:spChg chg="mod">
          <ac:chgData name="Eirik Sørbø" userId="aa173bd6-929c-4bba-9ad0-b207a528b169" providerId="ADAL" clId="{2320E76B-523F-5EAB-A91E-5A7124FD9D53}" dt="2026-03-09T13:17:07.380" v="1132" actId="166"/>
          <ac:spMkLst>
            <pc:docMk/>
            <pc:sldMk cId="2209048758" sldId="303"/>
            <ac:spMk id="7" creationId="{D5A802F3-CBF7-B8B9-322D-791A773FF11B}"/>
          </ac:spMkLst>
        </pc:spChg>
        <pc:spChg chg="mod">
          <ac:chgData name="Eirik Sørbø" userId="aa173bd6-929c-4bba-9ad0-b207a528b169" providerId="ADAL" clId="{2320E76B-523F-5EAB-A91E-5A7124FD9D53}" dt="2026-03-09T13:17:03.927" v="1131" actId="14100"/>
          <ac:spMkLst>
            <pc:docMk/>
            <pc:sldMk cId="2209048758" sldId="303"/>
            <ac:spMk id="8" creationId="{D34C5F9C-A728-3519-91E1-B1D14A916BF1}"/>
          </ac:spMkLst>
        </pc:spChg>
        <pc:spChg chg="mod">
          <ac:chgData name="Eirik Sørbø" userId="aa173bd6-929c-4bba-9ad0-b207a528b169" providerId="ADAL" clId="{2320E76B-523F-5EAB-A91E-5A7124FD9D53}" dt="2026-03-09T07:44:19.577" v="658" actId="14100"/>
          <ac:spMkLst>
            <pc:docMk/>
            <pc:sldMk cId="2209048758" sldId="303"/>
            <ac:spMk id="9" creationId="{895E1D2B-61E9-DE2E-411D-573483109A4D}"/>
          </ac:spMkLst>
        </pc:spChg>
        <pc:spChg chg="mod">
          <ac:chgData name="Eirik Sørbø" userId="aa173bd6-929c-4bba-9ad0-b207a528b169" providerId="ADAL" clId="{2320E76B-523F-5EAB-A91E-5A7124FD9D53}" dt="2026-03-09T07:36:47.023" v="596" actId="167"/>
          <ac:spMkLst>
            <pc:docMk/>
            <pc:sldMk cId="2209048758" sldId="303"/>
            <ac:spMk id="10" creationId="{2D59DD5B-E206-FC49-1175-A00E84B3B99F}"/>
          </ac:spMkLst>
        </pc:spChg>
        <pc:spChg chg="mod">
          <ac:chgData name="Eirik Sørbø" userId="aa173bd6-929c-4bba-9ad0-b207a528b169" providerId="ADAL" clId="{2320E76B-523F-5EAB-A91E-5A7124FD9D53}" dt="2026-03-09T07:36:47.023" v="596" actId="167"/>
          <ac:spMkLst>
            <pc:docMk/>
            <pc:sldMk cId="2209048758" sldId="303"/>
            <ac:spMk id="12" creationId="{A1ED85EA-F545-3204-0A2F-9B2DEDF84FF9}"/>
          </ac:spMkLst>
        </pc:spChg>
        <pc:spChg chg="add mod">
          <ac:chgData name="Eirik Sørbø" userId="aa173bd6-929c-4bba-9ad0-b207a528b169" providerId="ADAL" clId="{2320E76B-523F-5EAB-A91E-5A7124FD9D53}" dt="2026-03-09T08:50:33.346" v="1010" actId="20577"/>
          <ac:spMkLst>
            <pc:docMk/>
            <pc:sldMk cId="2209048758" sldId="303"/>
            <ac:spMk id="16" creationId="{CC16F87A-CE11-8CED-9F59-7393965F2049}"/>
          </ac:spMkLst>
        </pc:spChg>
        <pc:spChg chg="add mod">
          <ac:chgData name="Eirik Sørbø" userId="aa173bd6-929c-4bba-9ad0-b207a528b169" providerId="ADAL" clId="{2320E76B-523F-5EAB-A91E-5A7124FD9D53}" dt="2026-03-09T08:51:11.063" v="1028" actId="1076"/>
          <ac:spMkLst>
            <pc:docMk/>
            <pc:sldMk cId="2209048758" sldId="303"/>
            <ac:spMk id="17" creationId="{44FE902F-6007-0E36-5367-C80C3146020A}"/>
          </ac:spMkLst>
        </pc:spChg>
        <pc:cxnChg chg="add mod">
          <ac:chgData name="Eirik Sørbø" userId="aa173bd6-929c-4bba-9ad0-b207a528b169" providerId="ADAL" clId="{2320E76B-523F-5EAB-A91E-5A7124FD9D53}" dt="2026-03-04T13:31:22.110" v="3" actId="1076"/>
          <ac:cxnSpMkLst>
            <pc:docMk/>
            <pc:sldMk cId="2209048758" sldId="303"/>
            <ac:cxnSpMk id="2" creationId="{EA07FD11-FD1D-AFE9-40CF-FB6C36A4EBFB}"/>
          </ac:cxnSpMkLst>
        </pc:cxnChg>
      </pc:sldChg>
      <pc:sldChg chg="modNotesTx">
        <pc:chgData name="Eirik Sørbø" userId="aa173bd6-929c-4bba-9ad0-b207a528b169" providerId="ADAL" clId="{2320E76B-523F-5EAB-A91E-5A7124FD9D53}" dt="2026-03-04T13:40:28.302" v="448" actId="20577"/>
        <pc:sldMkLst>
          <pc:docMk/>
          <pc:sldMk cId="1343282174" sldId="304"/>
        </pc:sldMkLst>
      </pc:sldChg>
      <pc:sldChg chg="addSp delSp modSp add mod ord delAnim modNotesTx">
        <pc:chgData name="Eirik Sørbø" userId="aa173bd6-929c-4bba-9ad0-b207a528b169" providerId="ADAL" clId="{2320E76B-523F-5EAB-A91E-5A7124FD9D53}" dt="2026-03-11T07:52:07.768" v="1204" actId="20577"/>
        <pc:sldMkLst>
          <pc:docMk/>
          <pc:sldMk cId="1794895905" sldId="305"/>
        </pc:sldMkLst>
        <pc:spChg chg="add mod">
          <ac:chgData name="Eirik Sørbø" userId="aa173bd6-929c-4bba-9ad0-b207a528b169" providerId="ADAL" clId="{2320E76B-523F-5EAB-A91E-5A7124FD9D53}" dt="2026-03-11T07:52:07.768" v="1204" actId="20577"/>
          <ac:spMkLst>
            <pc:docMk/>
            <pc:sldMk cId="1794895905" sldId="305"/>
            <ac:spMk id="8" creationId="{5D6FFC93-204D-BD16-9612-1F32958A6581}"/>
          </ac:spMkLst>
        </pc:spChg>
        <pc:graphicFrameChg chg="add del mod modGraphic">
          <ac:chgData name="Eirik Sørbø" userId="aa173bd6-929c-4bba-9ad0-b207a528b169" providerId="ADAL" clId="{2320E76B-523F-5EAB-A91E-5A7124FD9D53}" dt="2026-03-11T07:50:55.736" v="1170" actId="478"/>
          <ac:graphicFrameMkLst>
            <pc:docMk/>
            <pc:sldMk cId="1794895905" sldId="305"/>
            <ac:graphicFrameMk id="2" creationId="{4B382AAE-09DE-FD6D-6C08-33D2E5478F2F}"/>
          </ac:graphicFrameMkLst>
        </pc:graphicFrameChg>
        <pc:picChg chg="add del mod">
          <ac:chgData name="Eirik Sørbø" userId="aa173bd6-929c-4bba-9ad0-b207a528b169" providerId="ADAL" clId="{2320E76B-523F-5EAB-A91E-5A7124FD9D53}" dt="2026-03-11T07:51:22.353" v="1176" actId="478"/>
          <ac:picMkLst>
            <pc:docMk/>
            <pc:sldMk cId="1794895905" sldId="305"/>
            <ac:picMk id="4" creationId="{8032B0B5-E1B5-8A78-7BF3-172A7AAA6162}"/>
          </ac:picMkLst>
        </pc:picChg>
        <pc:picChg chg="add mod">
          <ac:chgData name="Eirik Sørbø" userId="aa173bd6-929c-4bba-9ad0-b207a528b169" providerId="ADAL" clId="{2320E76B-523F-5EAB-A91E-5A7124FD9D53}" dt="2026-03-11T07:51:50.306" v="1179" actId="1076"/>
          <ac:picMkLst>
            <pc:docMk/>
            <pc:sldMk cId="1794895905" sldId="305"/>
            <ac:picMk id="6" creationId="{9F726C4E-CA5D-5BA2-C7E2-1DC125A32DE4}"/>
          </ac:picMkLst>
        </pc:picChg>
        <pc:cxnChg chg="add mod">
          <ac:chgData name="Eirik Sørbø" userId="aa173bd6-929c-4bba-9ad0-b207a528b169" providerId="ADAL" clId="{2320E76B-523F-5EAB-A91E-5A7124FD9D53}" dt="2026-03-11T07:51:55.677" v="1180"/>
          <ac:cxnSpMkLst>
            <pc:docMk/>
            <pc:sldMk cId="1794895905" sldId="305"/>
            <ac:cxnSpMk id="7" creationId="{98DE7333-4610-D053-658B-0781F818E68A}"/>
          </ac:cxnSpMkLst>
        </pc:cxnChg>
      </pc:sldChg>
      <pc:sldChg chg="addSp delSp modSp add mod">
        <pc:chgData name="Eirik Sørbø" userId="aa173bd6-929c-4bba-9ad0-b207a528b169" providerId="ADAL" clId="{2320E76B-523F-5EAB-A91E-5A7124FD9D53}" dt="2026-03-11T14:40:38.054" v="1670" actId="1076"/>
        <pc:sldMkLst>
          <pc:docMk/>
          <pc:sldMk cId="3129003090" sldId="306"/>
        </pc:sldMkLst>
        <pc:spChg chg="mod">
          <ac:chgData name="Eirik Sørbø" userId="aa173bd6-929c-4bba-9ad0-b207a528b169" providerId="ADAL" clId="{2320E76B-523F-5EAB-A91E-5A7124FD9D53}" dt="2026-03-11T13:40:51.246" v="1430" actId="1076"/>
          <ac:spMkLst>
            <pc:docMk/>
            <pc:sldMk cId="3129003090" sldId="306"/>
            <ac:spMk id="2" creationId="{BCB6B46A-FB3E-B8FA-1ED5-8F2894226D3E}"/>
          </ac:spMkLst>
        </pc:spChg>
        <pc:spChg chg="add mod">
          <ac:chgData name="Eirik Sørbø" userId="aa173bd6-929c-4bba-9ad0-b207a528b169" providerId="ADAL" clId="{2320E76B-523F-5EAB-A91E-5A7124FD9D53}" dt="2026-03-11T14:40:38.054" v="1670" actId="1076"/>
          <ac:spMkLst>
            <pc:docMk/>
            <pc:sldMk cId="3129003090" sldId="306"/>
            <ac:spMk id="5" creationId="{86FBB8E8-FADA-FFCB-D945-BA335A49E1E3}"/>
          </ac:spMkLst>
        </pc:spChg>
        <pc:spChg chg="add del mod">
          <ac:chgData name="Eirik Sørbø" userId="aa173bd6-929c-4bba-9ad0-b207a528b169" providerId="ADAL" clId="{2320E76B-523F-5EAB-A91E-5A7124FD9D53}" dt="2026-03-11T13:38:10.169" v="1230" actId="478"/>
          <ac:spMkLst>
            <pc:docMk/>
            <pc:sldMk cId="3129003090" sldId="306"/>
            <ac:spMk id="7" creationId="{CC347A75-734A-F9AE-6067-2437E19D5676}"/>
          </ac:spMkLst>
        </pc:spChg>
        <pc:picChg chg="add mod">
          <ac:chgData name="Eirik Sørbø" userId="aa173bd6-929c-4bba-9ad0-b207a528b169" providerId="ADAL" clId="{2320E76B-523F-5EAB-A91E-5A7124FD9D53}" dt="2026-03-11T13:40:43.234" v="1428" actId="1076"/>
          <ac:picMkLst>
            <pc:docMk/>
            <pc:sldMk cId="3129003090" sldId="306"/>
            <ac:picMk id="6" creationId="{C6D15F91-D0E6-4C39-9487-F6D85DA52EFD}"/>
          </ac:picMkLst>
        </pc:picChg>
        <pc:cxnChg chg="mod">
          <ac:chgData name="Eirik Sørbø" userId="aa173bd6-929c-4bba-9ad0-b207a528b169" providerId="ADAL" clId="{2320E76B-523F-5EAB-A91E-5A7124FD9D53}" dt="2026-03-11T13:40:45.583" v="1429" actId="1076"/>
          <ac:cxnSpMkLst>
            <pc:docMk/>
            <pc:sldMk cId="3129003090" sldId="306"/>
            <ac:cxnSpMk id="4" creationId="{7E4E676C-737C-10FD-EE25-D5D56E1DE8A1}"/>
          </ac:cxnSpMkLst>
        </pc:cxnChg>
      </pc:sldChg>
      <pc:sldChg chg="addSp delSp modSp add mod delAnim modAnim modNotesTx">
        <pc:chgData name="Eirik Sørbø" userId="aa173bd6-929c-4bba-9ad0-b207a528b169" providerId="ADAL" clId="{2320E76B-523F-5EAB-A91E-5A7124FD9D53}" dt="2026-03-10T07:18:47.166" v="1160" actId="20577"/>
        <pc:sldMkLst>
          <pc:docMk/>
          <pc:sldMk cId="1292386682" sldId="307"/>
        </pc:sldMkLst>
        <pc:spChg chg="add mod">
          <ac:chgData name="Eirik Sørbø" userId="aa173bd6-929c-4bba-9ad0-b207a528b169" providerId="ADAL" clId="{2320E76B-523F-5EAB-A91E-5A7124FD9D53}" dt="2026-03-10T07:18:47.166" v="1160" actId="20577"/>
          <ac:spMkLst>
            <pc:docMk/>
            <pc:sldMk cId="1292386682" sldId="307"/>
            <ac:spMk id="3" creationId="{7C911674-F42E-4040-515C-B25D68C13C5F}"/>
          </ac:spMkLst>
        </pc:spChg>
        <pc:spChg chg="mod">
          <ac:chgData name="Eirik Sørbø" userId="aa173bd6-929c-4bba-9ad0-b207a528b169" providerId="ADAL" clId="{2320E76B-523F-5EAB-A91E-5A7124FD9D53}" dt="2026-03-10T07:18:33.626" v="1159" actId="20577"/>
          <ac:spMkLst>
            <pc:docMk/>
            <pc:sldMk cId="1292386682" sldId="307"/>
            <ac:spMk id="7" creationId="{D5A802F3-CBF7-B8B9-322D-791A773FF11B}"/>
          </ac:spMkLst>
        </pc:spChg>
        <pc:picChg chg="add mod">
          <ac:chgData name="Eirik Sørbø" userId="aa173bd6-929c-4bba-9ad0-b207a528b169" providerId="ADAL" clId="{2320E76B-523F-5EAB-A91E-5A7124FD9D53}" dt="2026-03-09T09:01:30.300" v="1102" actId="1076"/>
          <ac:picMkLst>
            <pc:docMk/>
            <pc:sldMk cId="1292386682" sldId="307"/>
            <ac:picMk id="13" creationId="{81B14A8D-1255-1513-5748-697F9318A8DE}"/>
          </ac:picMkLst>
        </pc:picChg>
      </pc:sldChg>
      <pc:sldChg chg="add del">
        <pc:chgData name="Eirik Sørbø" userId="aa173bd6-929c-4bba-9ad0-b207a528b169" providerId="ADAL" clId="{2320E76B-523F-5EAB-A91E-5A7124FD9D53}" dt="2026-03-11T13:37:46.779" v="1206"/>
        <pc:sldMkLst>
          <pc:docMk/>
          <pc:sldMk cId="3979885678" sldId="308"/>
        </pc:sldMkLst>
      </pc:sldChg>
      <pc:sldChg chg="add">
        <pc:chgData name="Eirik Sørbø" userId="aa173bd6-929c-4bba-9ad0-b207a528b169" providerId="ADAL" clId="{2320E76B-523F-5EAB-A91E-5A7124FD9D53}" dt="2026-03-11T13:37:53.927" v="1207"/>
        <pc:sldMkLst>
          <pc:docMk/>
          <pc:sldMk cId="4262133968" sldId="3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bf9a7e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g37cbf9a7ea0_0_0:notes"/>
          <p:cNvSpPr txBox="1">
            <a:spLocks noGrp="1"/>
          </p:cNvSpPr>
          <p:nvPr>
            <p:ph type="body" idx="1"/>
          </p:nvPr>
        </p:nvSpPr>
        <p:spPr>
          <a:xfrm>
            <a:off x="755968" y="5078605"/>
            <a:ext cx="60474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25" rIns="0" bIns="102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2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602894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29505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4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387493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5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747873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6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157817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 don’t have to agree on all the terms here, but it can be a starting point, and you can find you own particular formulations and use your own particular terminology.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[The field] characterized by [good][relations] with [AI].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example: Artistic educations characterized by creative and critically informed use of AI. 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7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335659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8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251828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bf9a7e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g37cbf9a7ea0_0_0:notes"/>
          <p:cNvSpPr txBox="1">
            <a:spLocks noGrp="1"/>
          </p:cNvSpPr>
          <p:nvPr>
            <p:ph type="body" idx="1"/>
          </p:nvPr>
        </p:nvSpPr>
        <p:spPr>
          <a:xfrm>
            <a:off x="755968" y="5078605"/>
            <a:ext cx="60474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25" rIns="0" bIns="102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5071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bf9a7e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g37cbf9a7ea0_0_0:notes"/>
          <p:cNvSpPr txBox="1">
            <a:spLocks noGrp="1"/>
          </p:cNvSpPr>
          <p:nvPr>
            <p:ph type="body" idx="1"/>
          </p:nvPr>
        </p:nvSpPr>
        <p:spPr>
          <a:xfrm>
            <a:off x="755968" y="5078605"/>
            <a:ext cx="60474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25" rIns="0" bIns="102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7386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11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42971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subTitle" idx="1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3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5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6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_AND_BODY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93043" y="301904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9235396" y="5295401"/>
            <a:ext cx="152186" cy="22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xfrm>
            <a:off x="343636" y="820871"/>
            <a:ext cx="9393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xfrm>
            <a:off x="343628" y="3124535"/>
            <a:ext cx="93933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el – øverst">
  <p:cSld name="TITLE_AND_BODY_2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4031" y="227084"/>
            <a:ext cx="90726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92375" rIns="92375" bIns="923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7224448" y="5255760"/>
            <a:ext cx="23520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200" rIns="92375" bIns="46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1813988" y="147670"/>
            <a:ext cx="6452400" cy="12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1813988" y="1506240"/>
            <a:ext cx="6452400" cy="3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4934649" y="5382428"/>
            <a:ext cx="2040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5" tIns="29525" rIns="29525" bIns="295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 1">
  <p:cSld name="Title &amp; Bullets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1813987" y="147670"/>
            <a:ext cx="6452400" cy="12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>
            <a:off x="1813987" y="1506240"/>
            <a:ext cx="6452400" cy="3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4934649" y="5382428"/>
            <a:ext cx="2040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5" tIns="29525" rIns="29525" bIns="295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4934649" y="5382428"/>
            <a:ext cx="2040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5" tIns="29525" rIns="29525" bIns="295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343628" y="4664078"/>
            <a:ext cx="6613200" cy="66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_1">
  <p:cSld name="TITLE_AND_BODY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body" idx="1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ldNum" idx="12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>
  <p:cSld name="TITLE_AND_BODY_4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ubTitle" idx="1"/>
          </p:nvPr>
        </p:nvSpPr>
        <p:spPr>
          <a:xfrm>
            <a:off x="504000" y="1326600"/>
            <a:ext cx="9071700" cy="3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/>
          <p:nvPr/>
        </p:nvSpPr>
        <p:spPr>
          <a:xfrm>
            <a:off x="386862" y="3837435"/>
            <a:ext cx="3443066" cy="159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Centre for AI and Creativity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MishMash</a:t>
            </a:r>
            <a:endParaRPr lang="nb-NO" sz="5000" b="1" i="0" u="none" strike="noStrike" cap="none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Senter for KI </a:t>
            </a:r>
            <a:r>
              <a:rPr lang="en-US" sz="2000" err="1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og</a:t>
            </a:r>
            <a:r>
              <a:rPr lang="en-US" sz="200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err="1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kreativitet</a:t>
            </a:r>
            <a:endParaRPr lang="en-US" sz="2000">
              <a:solidFill>
                <a:srgbClr val="A7A1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98;p24">
            <a:extLst>
              <a:ext uri="{FF2B5EF4-FFF2-40B4-BE49-F238E27FC236}">
                <a16:creationId xmlns:a16="http://schemas.microsoft.com/office/drawing/2014/main" id="{BCB6B46A-FB3E-B8FA-1ED5-8F2894226D3E}"/>
              </a:ext>
            </a:extLst>
          </p:cNvPr>
          <p:cNvSpPr/>
          <p:nvPr/>
        </p:nvSpPr>
        <p:spPr>
          <a:xfrm>
            <a:off x="3437158" y="821673"/>
            <a:ext cx="5615400" cy="24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ctr" anchorCtr="0">
            <a:noAutofit/>
          </a:bodyPr>
          <a:lstStyle/>
          <a:p>
            <a:pPr algn="ctr"/>
            <a:r>
              <a:rPr lang="en-US" sz="5000" b="1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WP4</a:t>
            </a:r>
          </a:p>
          <a:p>
            <a:pPr algn="ctr"/>
            <a:r>
              <a:rPr lang="nb-NO" sz="4000" b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Creative </a:t>
            </a:r>
            <a:r>
              <a:rPr lang="nb-NO" sz="4000" b="1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use</a:t>
            </a:r>
            <a:r>
              <a:rPr lang="nb-NO" sz="4000" b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nb-NO" sz="4000" b="1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of</a:t>
            </a:r>
            <a:r>
              <a:rPr lang="nb-NO" sz="4000" b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 AI </a:t>
            </a:r>
          </a:p>
          <a:p>
            <a:pPr algn="ctr"/>
            <a:r>
              <a:rPr lang="nb-NO" sz="4000" b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nb-NO" sz="4000" b="1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Education</a:t>
            </a:r>
            <a:endParaRPr lang="nb-NO" sz="4000" b="1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/>
            <a:endParaRPr sz="3500" i="0" u="none" strike="noStrike" cap="none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7E4E676C-737C-10FD-EE25-D5D56E1DE8A1}"/>
              </a:ext>
            </a:extLst>
          </p:cNvPr>
          <p:cNvCxnSpPr>
            <a:cxnSpLocks/>
          </p:cNvCxnSpPr>
          <p:nvPr/>
        </p:nvCxnSpPr>
        <p:spPr>
          <a:xfrm>
            <a:off x="659423" y="3543300"/>
            <a:ext cx="8150469" cy="0"/>
          </a:xfrm>
          <a:prstGeom prst="line">
            <a:avLst/>
          </a:prstGeom>
          <a:ln>
            <a:solidFill>
              <a:srgbClr val="A7A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372;p51">
            <a:extLst>
              <a:ext uri="{FF2B5EF4-FFF2-40B4-BE49-F238E27FC236}">
                <a16:creationId xmlns:a16="http://schemas.microsoft.com/office/drawing/2014/main" id="{8430AE31-4256-4F7C-0C1D-9E1F467B41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23" y="1297526"/>
            <a:ext cx="1654799" cy="153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Bilde 4" descr="Et bilde som inneholder Font, tekst, hvit, Grafikk&#10;&#10;KI-generert innhold kan være feil.">
            <a:extLst>
              <a:ext uri="{FF2B5EF4-FFF2-40B4-BE49-F238E27FC236}">
                <a16:creationId xmlns:a16="http://schemas.microsoft.com/office/drawing/2014/main" id="{4BBEA42D-847C-4B4D-81BE-74659FE38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372" y="5068534"/>
            <a:ext cx="1971040" cy="418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Sylinder 9">
            <a:extLst>
              <a:ext uri="{FF2B5EF4-FFF2-40B4-BE49-F238E27FC236}">
                <a16:creationId xmlns:a16="http://schemas.microsoft.com/office/drawing/2014/main" id="{0AD19969-66E5-F362-1BB6-0F6E516AB5BE}"/>
              </a:ext>
            </a:extLst>
          </p:cNvPr>
          <p:cNvSpPr txBox="1"/>
          <p:nvPr/>
        </p:nvSpPr>
        <p:spPr>
          <a:xfrm>
            <a:off x="1171416" y="1953032"/>
            <a:ext cx="414074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can Creative AI be integrated into education to enhance learning and foster AI literacy while considering diversity, justice, inclusion and well</a:t>
            </a:r>
            <a:r>
              <a:rPr lang="en-GB" sz="200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‐</a:t>
            </a:r>
            <a:r>
              <a:rPr lang="en-GB" sz="20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being?</a:t>
            </a:r>
            <a:endParaRPr lang="nb-NO" sz="200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Google Shape;240;p46">
            <a:extLst>
              <a:ext uri="{FF2B5EF4-FFF2-40B4-BE49-F238E27FC236}">
                <a16:creationId xmlns:a16="http://schemas.microsoft.com/office/drawing/2014/main" id="{2D5D210D-D2B1-A7D5-9AD3-74D20B8B4E7B}"/>
              </a:ext>
            </a:extLst>
          </p:cNvPr>
          <p:cNvSpPr txBox="1"/>
          <p:nvPr/>
        </p:nvSpPr>
        <p:spPr>
          <a:xfrm>
            <a:off x="4537636" y="367440"/>
            <a:ext cx="6071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30000">
              <a:solidFill>
                <a:srgbClr val="D786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4035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kstSylinder 14">
            <a:extLst>
              <a:ext uri="{FF2B5EF4-FFF2-40B4-BE49-F238E27FC236}">
                <a16:creationId xmlns:a16="http://schemas.microsoft.com/office/drawing/2014/main" id="{CE68AC28-9907-3D4B-BA41-F17184B5B1F6}"/>
              </a:ext>
            </a:extLst>
          </p:cNvPr>
          <p:cNvSpPr txBox="1"/>
          <p:nvPr/>
        </p:nvSpPr>
        <p:spPr>
          <a:xfrm>
            <a:off x="530022" y="616202"/>
            <a:ext cx="794455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900" b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RQ4.1: </a:t>
            </a:r>
            <a:r>
              <a:rPr lang="en-GB" sz="19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can Creative AI be effectively integrated to enhance teaching and learning and foster human creativity?</a:t>
            </a:r>
            <a:endParaRPr lang="nb-NO" sz="190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21A9F248-096E-62A2-70C9-85A3F6D54D9D}"/>
              </a:ext>
            </a:extLst>
          </p:cNvPr>
          <p:cNvSpPr txBox="1"/>
          <p:nvPr/>
        </p:nvSpPr>
        <p:spPr>
          <a:xfrm>
            <a:off x="528233" y="1623626"/>
            <a:ext cx="908977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900" b="1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RQ4.2: </a:t>
            </a:r>
            <a:r>
              <a:rPr lang="en-GB" sz="190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can the artistic use of AI within creative and fine arts education challenge and develop hierarchies of knowledge production in education and research?</a:t>
            </a:r>
            <a:endParaRPr lang="nb-NO" sz="190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nb-NO" sz="1900"/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8A427E10-D9E8-5BB2-2469-5891CFB9586C}"/>
              </a:ext>
            </a:extLst>
          </p:cNvPr>
          <p:cNvSpPr txBox="1"/>
          <p:nvPr/>
        </p:nvSpPr>
        <p:spPr>
          <a:xfrm>
            <a:off x="528233" y="3951005"/>
            <a:ext cx="889564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900" b="1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RQ4.4: </a:t>
            </a:r>
            <a:r>
              <a:rPr lang="en-GB" sz="190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can the relationship between AI in formalised education and the application of AI in broader artistic practice be mapped and analysed to advance the use of Creative AI?</a:t>
            </a:r>
            <a:endParaRPr lang="nb-NO" sz="190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nb-NO" sz="1900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877D04C0-B1E3-A8AA-6337-B904CB2B0865}"/>
              </a:ext>
            </a:extLst>
          </p:cNvPr>
          <p:cNvSpPr txBox="1"/>
          <p:nvPr/>
        </p:nvSpPr>
        <p:spPr>
          <a:xfrm>
            <a:off x="528234" y="2689121"/>
            <a:ext cx="88956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00" b="1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RQ4.3: </a:t>
            </a:r>
            <a:r>
              <a:rPr lang="en-GB" sz="190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measures can ensure that ethical considerations such as diversity, justice, fairness, inclusion, privacy, trust, and accessibility are central to implementing AI in creative education?</a:t>
            </a:r>
            <a:endParaRPr lang="nb-NO" sz="190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nb-NO" sz="1900"/>
          </a:p>
        </p:txBody>
      </p:sp>
    </p:spTree>
    <p:extLst>
      <p:ext uri="{BB962C8B-B14F-4D97-AF65-F5344CB8AC3E}">
        <p14:creationId xmlns:p14="http://schemas.microsoft.com/office/powerpoint/2010/main" val="30056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kstSylinder 17">
            <a:extLst>
              <a:ext uri="{FF2B5EF4-FFF2-40B4-BE49-F238E27FC236}">
                <a16:creationId xmlns:a16="http://schemas.microsoft.com/office/drawing/2014/main" id="{877D04C0-B1E3-A8AA-6337-B904CB2B0865}"/>
              </a:ext>
            </a:extLst>
          </p:cNvPr>
          <p:cNvSpPr txBox="1"/>
          <p:nvPr/>
        </p:nvSpPr>
        <p:spPr>
          <a:xfrm>
            <a:off x="1094199" y="2341394"/>
            <a:ext cx="8382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/>
              <a:t>REFLECT</a:t>
            </a:r>
            <a:r>
              <a:rPr lang="en-GB" sz="2000"/>
              <a:t> on the implications of using AI in education to suggest frameworks and policy recommendations for using AI in education.</a:t>
            </a:r>
            <a:endParaRPr lang="nb-NO" sz="2000"/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C148F2BA-B32D-B720-CE6C-6FF8888043AD}"/>
              </a:ext>
            </a:extLst>
          </p:cNvPr>
          <p:cNvSpPr txBox="1"/>
          <p:nvPr/>
        </p:nvSpPr>
        <p:spPr>
          <a:xfrm>
            <a:off x="1094199" y="1033059"/>
            <a:ext cx="83821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/>
              <a:t>EXPLORE</a:t>
            </a:r>
            <a:r>
              <a:rPr lang="en-GB" sz="2000"/>
              <a:t> the artistic and pedagogical use of AI in formal, non‐formal and informal learning contexts, including developing a shared understanding of AI literacy for creative and fine arts education.</a:t>
            </a:r>
            <a:endParaRPr lang="nb-NO" sz="2000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E1BC0B19-7D3C-02B1-8CCF-13EB5AF133B0}"/>
              </a:ext>
            </a:extLst>
          </p:cNvPr>
          <p:cNvSpPr txBox="1"/>
          <p:nvPr/>
        </p:nvSpPr>
        <p:spPr>
          <a:xfrm>
            <a:off x="1094199" y="3341952"/>
            <a:ext cx="82475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/>
              <a:t>CREATE</a:t>
            </a:r>
            <a:r>
              <a:rPr lang="en-GB" sz="2000"/>
              <a:t> educational material, models and methods for broad applications through artistic and pedagogical practices with AI, emphasising ethical issues related to diversity, justice, fairness, inclusion, privacy, trust and accessibility.</a:t>
            </a:r>
            <a:endParaRPr lang="nb-NO" sz="2000"/>
          </a:p>
        </p:txBody>
      </p:sp>
    </p:spTree>
    <p:extLst>
      <p:ext uri="{BB962C8B-B14F-4D97-AF65-F5344CB8AC3E}">
        <p14:creationId xmlns:p14="http://schemas.microsoft.com/office/powerpoint/2010/main" val="261045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83BA759B-22AA-F0AA-7C72-CCABFF608613}"/>
              </a:ext>
            </a:extLst>
          </p:cNvPr>
          <p:cNvSpPr/>
          <p:nvPr/>
        </p:nvSpPr>
        <p:spPr>
          <a:xfrm>
            <a:off x="1477155" y="1502701"/>
            <a:ext cx="2769577" cy="1028700"/>
          </a:xfrm>
          <a:prstGeom prst="rect">
            <a:avLst/>
          </a:prstGeom>
          <a:solidFill>
            <a:srgbClr val="A7A1F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000">
                <a:solidFill>
                  <a:srgbClr val="2A2D3B"/>
                </a:solidFill>
              </a:rPr>
              <a:t>Knowledge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4B85F1F-4230-ACC4-B71A-FC744133D4A2}"/>
              </a:ext>
            </a:extLst>
          </p:cNvPr>
          <p:cNvSpPr/>
          <p:nvPr/>
        </p:nvSpPr>
        <p:spPr>
          <a:xfrm>
            <a:off x="1477155" y="3028166"/>
            <a:ext cx="2769577" cy="1028700"/>
          </a:xfrm>
          <a:prstGeom prst="rect">
            <a:avLst/>
          </a:prstGeom>
          <a:solidFill>
            <a:srgbClr val="B4E39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000">
                <a:solidFill>
                  <a:srgbClr val="2A2D3B"/>
                </a:solidFill>
              </a:rPr>
              <a:t>Resources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F593689-3F7E-6119-B7CD-CB56699E2BBD}"/>
              </a:ext>
            </a:extLst>
          </p:cNvPr>
          <p:cNvSpPr/>
          <p:nvPr/>
        </p:nvSpPr>
        <p:spPr>
          <a:xfrm>
            <a:off x="5688670" y="1480232"/>
            <a:ext cx="2769577" cy="1028700"/>
          </a:xfrm>
          <a:prstGeom prst="rect">
            <a:avLst/>
          </a:prstGeom>
          <a:solidFill>
            <a:srgbClr val="B4E39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0">
                <a:solidFill>
                  <a:srgbClr val="2A2D3B"/>
                </a:solidFill>
              </a:rPr>
              <a:t>Practices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E35CC43-52B8-F3B5-0E79-987EC716C825}"/>
              </a:ext>
            </a:extLst>
          </p:cNvPr>
          <p:cNvSpPr/>
          <p:nvPr/>
        </p:nvSpPr>
        <p:spPr>
          <a:xfrm>
            <a:off x="5688670" y="3028166"/>
            <a:ext cx="2769577" cy="1028700"/>
          </a:xfrm>
          <a:prstGeom prst="rect">
            <a:avLst/>
          </a:prstGeom>
          <a:solidFill>
            <a:srgbClr val="A7A1F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000">
                <a:solidFill>
                  <a:srgbClr val="2A2D3B"/>
                </a:solidFill>
              </a:rPr>
              <a:t>Policy</a:t>
            </a:r>
          </a:p>
        </p:txBody>
      </p:sp>
    </p:spTree>
    <p:extLst>
      <p:ext uri="{BB962C8B-B14F-4D97-AF65-F5344CB8AC3E}">
        <p14:creationId xmlns:p14="http://schemas.microsoft.com/office/powerpoint/2010/main" val="134328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pe 27">
            <a:extLst>
              <a:ext uri="{FF2B5EF4-FFF2-40B4-BE49-F238E27FC236}">
                <a16:creationId xmlns:a16="http://schemas.microsoft.com/office/drawing/2014/main" id="{25B9F197-3E59-3CB3-3F2A-9D770475C089}"/>
              </a:ext>
            </a:extLst>
          </p:cNvPr>
          <p:cNvGrpSpPr/>
          <p:nvPr/>
        </p:nvGrpSpPr>
        <p:grpSpPr>
          <a:xfrm>
            <a:off x="164281" y="694343"/>
            <a:ext cx="6921273" cy="2383930"/>
            <a:chOff x="149453" y="140760"/>
            <a:chExt cx="6921273" cy="2383930"/>
          </a:xfrm>
        </p:grpSpPr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83BA759B-22AA-F0AA-7C72-CCABFF608613}"/>
                </a:ext>
              </a:extLst>
            </p:cNvPr>
            <p:cNvSpPr/>
            <p:nvPr/>
          </p:nvSpPr>
          <p:spPr>
            <a:xfrm>
              <a:off x="149453" y="140760"/>
              <a:ext cx="6921273" cy="2383930"/>
            </a:xfrm>
            <a:prstGeom prst="rect">
              <a:avLst/>
            </a:prstGeom>
            <a:solidFill>
              <a:srgbClr val="A7A1F4">
                <a:alpha val="50196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sz="2000">
                <a:solidFill>
                  <a:srgbClr val="2A2D3B"/>
                </a:solidFill>
              </a:endParaRPr>
            </a:p>
          </p:txBody>
        </p:sp>
        <p:sp>
          <p:nvSpPr>
            <p:cNvPr id="21" name="TekstSylinder 20">
              <a:extLst>
                <a:ext uri="{FF2B5EF4-FFF2-40B4-BE49-F238E27FC236}">
                  <a16:creationId xmlns:a16="http://schemas.microsoft.com/office/drawing/2014/main" id="{F68C0810-1CED-9CCF-4A79-2196DC9CDC97}"/>
                </a:ext>
              </a:extLst>
            </p:cNvPr>
            <p:cNvSpPr txBox="1"/>
            <p:nvPr/>
          </p:nvSpPr>
          <p:spPr>
            <a:xfrm>
              <a:off x="336104" y="344525"/>
              <a:ext cx="50415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nb-NO" sz="1400" b="1">
                  <a:solidFill>
                    <a:srgbClr val="2A2D3B"/>
                  </a:solidFill>
                </a:rPr>
                <a:t>Knowledge</a:t>
              </a:r>
              <a:endParaRPr lang="nb-NO" b="1"/>
            </a:p>
          </p:txBody>
        </p:sp>
      </p:grpSp>
      <p:grpSp>
        <p:nvGrpSpPr>
          <p:cNvPr id="29" name="Gruppe 28">
            <a:extLst>
              <a:ext uri="{FF2B5EF4-FFF2-40B4-BE49-F238E27FC236}">
                <a16:creationId xmlns:a16="http://schemas.microsoft.com/office/drawing/2014/main" id="{FAEDDFD2-D194-097A-FE00-374AADE08479}"/>
              </a:ext>
            </a:extLst>
          </p:cNvPr>
          <p:cNvGrpSpPr/>
          <p:nvPr/>
        </p:nvGrpSpPr>
        <p:grpSpPr>
          <a:xfrm>
            <a:off x="3234703" y="1531739"/>
            <a:ext cx="8296622" cy="2329230"/>
            <a:chOff x="3219875" y="983099"/>
            <a:chExt cx="8296622" cy="2329230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6F593689-3F7E-6119-B7CD-CB56699E2BBD}"/>
                </a:ext>
              </a:extLst>
            </p:cNvPr>
            <p:cNvSpPr/>
            <p:nvPr/>
          </p:nvSpPr>
          <p:spPr>
            <a:xfrm>
              <a:off x="3219875" y="983099"/>
              <a:ext cx="6711298" cy="2329230"/>
            </a:xfrm>
            <a:prstGeom prst="rect">
              <a:avLst/>
            </a:prstGeom>
            <a:solidFill>
              <a:srgbClr val="B4E396">
                <a:alpha val="50196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noProof="0">
                <a:solidFill>
                  <a:srgbClr val="2A2D3B"/>
                </a:solidFill>
              </a:endParaRPr>
            </a:p>
          </p:txBody>
        </p:sp>
        <p:sp>
          <p:nvSpPr>
            <p:cNvPr id="23" name="TekstSylinder 22">
              <a:extLst>
                <a:ext uri="{FF2B5EF4-FFF2-40B4-BE49-F238E27FC236}">
                  <a16:creationId xmlns:a16="http://schemas.microsoft.com/office/drawing/2014/main" id="{CA897A20-B0D7-C0D6-9F28-65A80C28C620}"/>
                </a:ext>
              </a:extLst>
            </p:cNvPr>
            <p:cNvSpPr txBox="1"/>
            <p:nvPr/>
          </p:nvSpPr>
          <p:spPr>
            <a:xfrm>
              <a:off x="6474941" y="1239012"/>
              <a:ext cx="50415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noProof="0">
                  <a:solidFill>
                    <a:srgbClr val="2A2D3B"/>
                  </a:solidFill>
                </a:rPr>
                <a:t>Practices</a:t>
              </a:r>
            </a:p>
          </p:txBody>
        </p:sp>
      </p:grpSp>
      <p:grpSp>
        <p:nvGrpSpPr>
          <p:cNvPr id="31" name="Gruppe 30">
            <a:extLst>
              <a:ext uri="{FF2B5EF4-FFF2-40B4-BE49-F238E27FC236}">
                <a16:creationId xmlns:a16="http://schemas.microsoft.com/office/drawing/2014/main" id="{5DC1EC58-2669-4FFA-B599-4BCA9C9C3CB5}"/>
              </a:ext>
            </a:extLst>
          </p:cNvPr>
          <p:cNvGrpSpPr/>
          <p:nvPr/>
        </p:nvGrpSpPr>
        <p:grpSpPr>
          <a:xfrm>
            <a:off x="-1998088" y="3080282"/>
            <a:ext cx="9083641" cy="1429472"/>
            <a:chOff x="-2012916" y="2531642"/>
            <a:chExt cx="9083641" cy="1429472"/>
          </a:xfrm>
        </p:grpSpPr>
        <p:sp>
          <p:nvSpPr>
            <p:cNvPr id="3" name="Rektangel 2">
              <a:extLst>
                <a:ext uri="{FF2B5EF4-FFF2-40B4-BE49-F238E27FC236}">
                  <a16:creationId xmlns:a16="http://schemas.microsoft.com/office/drawing/2014/main" id="{54B85F1F-4230-ACC4-B71A-FC744133D4A2}"/>
                </a:ext>
              </a:extLst>
            </p:cNvPr>
            <p:cNvSpPr/>
            <p:nvPr/>
          </p:nvSpPr>
          <p:spPr>
            <a:xfrm>
              <a:off x="149452" y="2531642"/>
              <a:ext cx="6921273" cy="1429472"/>
            </a:xfrm>
            <a:prstGeom prst="rect">
              <a:avLst/>
            </a:prstGeom>
            <a:solidFill>
              <a:srgbClr val="B4E396">
                <a:alpha val="49412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sz="2000">
                <a:solidFill>
                  <a:srgbClr val="2A2D3B"/>
                </a:solidFill>
              </a:endParaRPr>
            </a:p>
          </p:txBody>
        </p:sp>
        <p:sp>
          <p:nvSpPr>
            <p:cNvPr id="25" name="TekstSylinder 24">
              <a:extLst>
                <a:ext uri="{FF2B5EF4-FFF2-40B4-BE49-F238E27FC236}">
                  <a16:creationId xmlns:a16="http://schemas.microsoft.com/office/drawing/2014/main" id="{3FD553E9-63DE-5F7B-0A76-68A795E4A3F9}"/>
                </a:ext>
              </a:extLst>
            </p:cNvPr>
            <p:cNvSpPr txBox="1"/>
            <p:nvPr/>
          </p:nvSpPr>
          <p:spPr>
            <a:xfrm>
              <a:off x="-2012916" y="2771573"/>
              <a:ext cx="57607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nb-NO" sz="1400" b="1">
                  <a:solidFill>
                    <a:srgbClr val="2A2D3B"/>
                  </a:solidFill>
                </a:rPr>
                <a:t>Resources</a:t>
              </a:r>
            </a:p>
          </p:txBody>
        </p:sp>
      </p:grpSp>
      <p:grpSp>
        <p:nvGrpSpPr>
          <p:cNvPr id="30" name="Gruppe 29">
            <a:extLst>
              <a:ext uri="{FF2B5EF4-FFF2-40B4-BE49-F238E27FC236}">
                <a16:creationId xmlns:a16="http://schemas.microsoft.com/office/drawing/2014/main" id="{363332DA-A49C-4EFA-0F3C-495CAC41BA08}"/>
              </a:ext>
            </a:extLst>
          </p:cNvPr>
          <p:cNvGrpSpPr/>
          <p:nvPr/>
        </p:nvGrpSpPr>
        <p:grpSpPr>
          <a:xfrm>
            <a:off x="3234703" y="4507745"/>
            <a:ext cx="6711298" cy="1028700"/>
            <a:chOff x="3219875" y="3954162"/>
            <a:chExt cx="6711298" cy="1028700"/>
          </a:xfrm>
        </p:grpSpPr>
        <p:sp>
          <p:nvSpPr>
            <p:cNvPr id="5" name="Rektangel 4">
              <a:extLst>
                <a:ext uri="{FF2B5EF4-FFF2-40B4-BE49-F238E27FC236}">
                  <a16:creationId xmlns:a16="http://schemas.microsoft.com/office/drawing/2014/main" id="{8E35CC43-52B8-F3B5-0E79-987EC716C825}"/>
                </a:ext>
              </a:extLst>
            </p:cNvPr>
            <p:cNvSpPr/>
            <p:nvPr/>
          </p:nvSpPr>
          <p:spPr>
            <a:xfrm>
              <a:off x="3219875" y="3954162"/>
              <a:ext cx="6711298" cy="1028700"/>
            </a:xfrm>
            <a:prstGeom prst="rect">
              <a:avLst/>
            </a:prstGeom>
            <a:solidFill>
              <a:srgbClr val="A7A1F4">
                <a:alpha val="48235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sz="2000">
                <a:solidFill>
                  <a:srgbClr val="2A2D3B"/>
                </a:solidFill>
              </a:endParaRPr>
            </a:p>
          </p:txBody>
        </p:sp>
        <p:sp>
          <p:nvSpPr>
            <p:cNvPr id="27" name="TekstSylinder 26">
              <a:extLst>
                <a:ext uri="{FF2B5EF4-FFF2-40B4-BE49-F238E27FC236}">
                  <a16:creationId xmlns:a16="http://schemas.microsoft.com/office/drawing/2014/main" id="{6F157B96-D89E-A8ED-E053-C23512561B41}"/>
                </a:ext>
              </a:extLst>
            </p:cNvPr>
            <p:cNvSpPr txBox="1"/>
            <p:nvPr/>
          </p:nvSpPr>
          <p:spPr>
            <a:xfrm>
              <a:off x="8530575" y="4208238"/>
              <a:ext cx="12245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nb-NO" sz="1400" b="1">
                  <a:solidFill>
                    <a:srgbClr val="2A2D3B"/>
                  </a:solidFill>
                </a:rPr>
                <a:t>Policy</a:t>
              </a:r>
            </a:p>
          </p:txBody>
        </p:sp>
      </p:grpSp>
      <p:sp>
        <p:nvSpPr>
          <p:cNvPr id="7" name="TekstSylinder 6">
            <a:extLst>
              <a:ext uri="{FF2B5EF4-FFF2-40B4-BE49-F238E27FC236}">
                <a16:creationId xmlns:a16="http://schemas.microsoft.com/office/drawing/2014/main" id="{210934EE-4C89-E99E-9E46-D95826830DA2}"/>
              </a:ext>
            </a:extLst>
          </p:cNvPr>
          <p:cNvSpPr txBox="1"/>
          <p:nvPr/>
        </p:nvSpPr>
        <p:spPr>
          <a:xfrm>
            <a:off x="3259694" y="1531739"/>
            <a:ext cx="36600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Unify efforts to advance </a:t>
            </a:r>
            <a:r>
              <a:rPr lang="en-GB" sz="1400" b="1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AI literacy </a:t>
            </a:r>
            <a:r>
              <a:rPr lang="en-GB" sz="14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Norwegian schools and enhance the understanding and application of Creative AI in higher education and lifelong learning</a:t>
            </a:r>
            <a:r>
              <a:rPr lang="nb-NO">
                <a:effectLst/>
              </a:rPr>
              <a:t> </a:t>
            </a:r>
            <a:endParaRPr lang="nb-NO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66541593-DA00-2D75-AB9D-3977DBBE2563}"/>
              </a:ext>
            </a:extLst>
          </p:cNvPr>
          <p:cNvSpPr txBox="1"/>
          <p:nvPr/>
        </p:nvSpPr>
        <p:spPr>
          <a:xfrm>
            <a:off x="3234702" y="3122305"/>
            <a:ext cx="36850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4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Educational </a:t>
            </a:r>
            <a:r>
              <a:rPr lang="en-GB" sz="1400" b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material, models and methods </a:t>
            </a:r>
            <a:r>
              <a:rPr lang="en-GB" sz="14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broad applications through artistic and pedagogical practices with AI. </a:t>
            </a:r>
            <a:endParaRPr lang="nb-NO" sz="140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B70B6A5B-6649-5E96-3D21-3D5C478D420A}"/>
              </a:ext>
            </a:extLst>
          </p:cNvPr>
          <p:cNvSpPr txBox="1"/>
          <p:nvPr/>
        </p:nvSpPr>
        <p:spPr>
          <a:xfrm>
            <a:off x="3257413" y="942140"/>
            <a:ext cx="39193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4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Equip future practitioners and educators with the </a:t>
            </a:r>
            <a:r>
              <a:rPr lang="en-GB" sz="1400" b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competence to navigate AI’s complexities</a:t>
            </a:r>
            <a:r>
              <a:rPr lang="en-GB" sz="14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nb-NO" sz="140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008596A9-4D87-43C1-259E-54318DB34FB3}"/>
              </a:ext>
            </a:extLst>
          </p:cNvPr>
          <p:cNvSpPr txBox="1"/>
          <p:nvPr/>
        </p:nvSpPr>
        <p:spPr>
          <a:xfrm>
            <a:off x="3257413" y="3989497"/>
            <a:ext cx="375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Providing current educators with </a:t>
            </a:r>
            <a:r>
              <a:rPr lang="en-GB" sz="1400" b="1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resources to minimize a generational gap</a:t>
            </a:r>
            <a:r>
              <a:rPr lang="en-GB" sz="14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 AI literacy</a:t>
            </a:r>
            <a:r>
              <a:rPr lang="nb-NO">
                <a:effectLst/>
              </a:rPr>
              <a:t> </a:t>
            </a:r>
            <a:endParaRPr lang="nb-NO"/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DF8DFA4C-1A0C-9904-F6B6-2F91D8920E06}"/>
              </a:ext>
            </a:extLst>
          </p:cNvPr>
          <p:cNvSpPr txBox="1"/>
          <p:nvPr/>
        </p:nvSpPr>
        <p:spPr>
          <a:xfrm>
            <a:off x="3257413" y="2550110"/>
            <a:ext cx="375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4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Exploration of pedagogical use of AI in </a:t>
            </a:r>
            <a:r>
              <a:rPr lang="en-GB" sz="1400" b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formal, non</a:t>
            </a:r>
            <a:r>
              <a:rPr lang="en-GB" sz="1400" b="1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‐</a:t>
            </a:r>
            <a:r>
              <a:rPr lang="en-GB" sz="1400" b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formal and informal learning</a:t>
            </a:r>
            <a:r>
              <a:rPr lang="en-GB" sz="140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contexts</a:t>
            </a:r>
            <a:endParaRPr lang="nb-NO" sz="140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511C5DED-A9AC-0A26-2E33-6EEE389E5EA5}"/>
              </a:ext>
            </a:extLst>
          </p:cNvPr>
          <p:cNvSpPr txBox="1"/>
          <p:nvPr/>
        </p:nvSpPr>
        <p:spPr>
          <a:xfrm>
            <a:off x="3234701" y="4641245"/>
            <a:ext cx="37763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Frameworks and policy recommendations </a:t>
            </a:r>
            <a:r>
              <a:rPr lang="en-GB" sz="1400" kern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 AI in creative-and arts education</a:t>
            </a:r>
            <a:r>
              <a:rPr lang="nb-NO">
                <a:effectLst/>
              </a:rPr>
              <a:t> </a:t>
            </a:r>
            <a:endParaRPr lang="nb-NO"/>
          </a:p>
        </p:txBody>
      </p:sp>
      <p:sp>
        <p:nvSpPr>
          <p:cNvPr id="35" name="TekstSylinder 34">
            <a:extLst>
              <a:ext uri="{FF2B5EF4-FFF2-40B4-BE49-F238E27FC236}">
                <a16:creationId xmlns:a16="http://schemas.microsoft.com/office/drawing/2014/main" id="{9F68801F-819C-CE7B-6CEA-8B0233EFC4F1}"/>
              </a:ext>
            </a:extLst>
          </p:cNvPr>
          <p:cNvSpPr txBox="1"/>
          <p:nvPr/>
        </p:nvSpPr>
        <p:spPr>
          <a:xfrm>
            <a:off x="1448212" y="250773"/>
            <a:ext cx="68407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2200" b="1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Deliverables</a:t>
            </a:r>
            <a:endParaRPr lang="nb-NO" sz="2200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0700C79D-3AD7-DEEF-5AC8-F1D824C923C7}"/>
              </a:ext>
            </a:extLst>
          </p:cNvPr>
          <p:cNvSpPr/>
          <p:nvPr/>
        </p:nvSpPr>
        <p:spPr>
          <a:xfrm>
            <a:off x="0" y="238055"/>
            <a:ext cx="10080625" cy="5670550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785B2AD3-D40A-EF56-E1CD-B3FED4B8CEF5}"/>
              </a:ext>
            </a:extLst>
          </p:cNvPr>
          <p:cNvSpPr/>
          <p:nvPr/>
        </p:nvSpPr>
        <p:spPr>
          <a:xfrm>
            <a:off x="3066544" y="1978031"/>
            <a:ext cx="4301127" cy="2157129"/>
          </a:xfrm>
          <a:prstGeom prst="rect">
            <a:avLst/>
          </a:prstGeom>
          <a:solidFill>
            <a:srgbClr val="FFCCD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000">
              <a:solidFill>
                <a:srgbClr val="2A2D3B"/>
              </a:solidFill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B551D94D-F1D0-0BA0-FE2A-132DE19EBD2E}"/>
              </a:ext>
            </a:extLst>
          </p:cNvPr>
          <p:cNvSpPr txBox="1"/>
          <p:nvPr/>
        </p:nvSpPr>
        <p:spPr>
          <a:xfrm>
            <a:off x="3757175" y="2888660"/>
            <a:ext cx="32172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Further funding such as Erasmus+ and </a:t>
            </a:r>
            <a:r>
              <a:rPr lang="en-GB" sz="14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Nordplus</a:t>
            </a:r>
            <a:r>
              <a:rPr lang="en-GB" sz="14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to facilitate cross</a:t>
            </a:r>
            <a:r>
              <a:rPr lang="en-GB" sz="140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GB" sz="14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sectoral educational collaboration</a:t>
            </a:r>
            <a:r>
              <a:rPr lang="nb-NO">
                <a:effectLst/>
              </a:rPr>
              <a:t> </a:t>
            </a:r>
            <a:endParaRPr lang="nb-NO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A3F33C0-4974-ABE5-6A06-2CFDD747F1CE}"/>
              </a:ext>
            </a:extLst>
          </p:cNvPr>
          <p:cNvSpPr txBox="1"/>
          <p:nvPr/>
        </p:nvSpPr>
        <p:spPr>
          <a:xfrm>
            <a:off x="4274135" y="2324273"/>
            <a:ext cx="21833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2000" b="1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External</a:t>
            </a:r>
            <a:r>
              <a:rPr lang="nb-NO" sz="20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b-NO" sz="2000" b="1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Funding</a:t>
            </a:r>
            <a:endParaRPr lang="nb-NO" sz="2000" b="1"/>
          </a:p>
        </p:txBody>
      </p:sp>
    </p:spTree>
    <p:extLst>
      <p:ext uri="{BB962C8B-B14F-4D97-AF65-F5344CB8AC3E}">
        <p14:creationId xmlns:p14="http://schemas.microsoft.com/office/powerpoint/2010/main" val="368270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7" grpId="0"/>
      <p:bldP spid="10" grpId="0" animBg="1"/>
      <p:bldP spid="6" grpId="0" animBg="1"/>
      <p:bldP spid="14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A1ED85EA-F545-3204-0A2F-9B2DEDF84FF9}"/>
              </a:ext>
            </a:extLst>
          </p:cNvPr>
          <p:cNvSpPr/>
          <p:nvPr/>
        </p:nvSpPr>
        <p:spPr>
          <a:xfrm>
            <a:off x="6799915" y="3025982"/>
            <a:ext cx="1498884" cy="340927"/>
          </a:xfrm>
          <a:prstGeom prst="rect">
            <a:avLst/>
          </a:prstGeom>
          <a:solidFill>
            <a:srgbClr val="B4E39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000">
              <a:solidFill>
                <a:srgbClr val="2A2D3B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2D59DD5B-E206-FC49-1175-A00E84B3B99F}"/>
              </a:ext>
            </a:extLst>
          </p:cNvPr>
          <p:cNvSpPr/>
          <p:nvPr/>
        </p:nvSpPr>
        <p:spPr>
          <a:xfrm>
            <a:off x="2284215" y="3025982"/>
            <a:ext cx="3990298" cy="340927"/>
          </a:xfrm>
          <a:prstGeom prst="rect">
            <a:avLst/>
          </a:prstGeom>
          <a:solidFill>
            <a:srgbClr val="FFCCD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000">
              <a:solidFill>
                <a:srgbClr val="FFCCDC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895E1D2B-61E9-DE2E-411D-573483109A4D}"/>
              </a:ext>
            </a:extLst>
          </p:cNvPr>
          <p:cNvSpPr/>
          <p:nvPr/>
        </p:nvSpPr>
        <p:spPr>
          <a:xfrm>
            <a:off x="2862389" y="2318008"/>
            <a:ext cx="2587190" cy="340927"/>
          </a:xfrm>
          <a:prstGeom prst="rect">
            <a:avLst/>
          </a:prstGeom>
          <a:solidFill>
            <a:srgbClr val="B4E39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000">
              <a:solidFill>
                <a:srgbClr val="B4E396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34C5F9C-A728-3519-91E1-B1D14A916BF1}"/>
              </a:ext>
            </a:extLst>
          </p:cNvPr>
          <p:cNvSpPr/>
          <p:nvPr/>
        </p:nvSpPr>
        <p:spPr>
          <a:xfrm>
            <a:off x="3295521" y="2664811"/>
            <a:ext cx="3990297" cy="340927"/>
          </a:xfrm>
          <a:prstGeom prst="rect">
            <a:avLst/>
          </a:prstGeom>
          <a:solidFill>
            <a:srgbClr val="A7A1F4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000">
              <a:solidFill>
                <a:srgbClr val="2A2D3B"/>
              </a:solidFill>
            </a:endParaRPr>
          </a:p>
        </p:txBody>
      </p:sp>
      <p:cxnSp>
        <p:nvCxnSpPr>
          <p:cNvPr id="2" name="Rett linje 1">
            <a:extLst>
              <a:ext uri="{FF2B5EF4-FFF2-40B4-BE49-F238E27FC236}">
                <a16:creationId xmlns:a16="http://schemas.microsoft.com/office/drawing/2014/main" id="{EA07FD11-FD1D-AFE9-40CF-FB6C36A4EBFB}"/>
              </a:ext>
            </a:extLst>
          </p:cNvPr>
          <p:cNvCxnSpPr>
            <a:cxnSpLocks/>
          </p:cNvCxnSpPr>
          <p:nvPr/>
        </p:nvCxnSpPr>
        <p:spPr>
          <a:xfrm>
            <a:off x="965077" y="1635417"/>
            <a:ext cx="8150469" cy="0"/>
          </a:xfrm>
          <a:prstGeom prst="line">
            <a:avLst/>
          </a:prstGeom>
          <a:ln>
            <a:solidFill>
              <a:srgbClr val="A7A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Sylinder 3">
            <a:extLst>
              <a:ext uri="{FF2B5EF4-FFF2-40B4-BE49-F238E27FC236}">
                <a16:creationId xmlns:a16="http://schemas.microsoft.com/office/drawing/2014/main" id="{EC6E9BC4-4C4A-F55F-1F0A-2624DBDEF936}"/>
              </a:ext>
            </a:extLst>
          </p:cNvPr>
          <p:cNvSpPr txBox="1"/>
          <p:nvPr/>
        </p:nvSpPr>
        <p:spPr>
          <a:xfrm>
            <a:off x="2239973" y="3835078"/>
            <a:ext cx="66969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[Field] characterized by [adjectives][relations] with [AI]. 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CC16F87A-CE11-8CED-9F59-7393965F2049}"/>
              </a:ext>
            </a:extLst>
          </p:cNvPr>
          <p:cNvSpPr txBox="1"/>
          <p:nvPr/>
        </p:nvSpPr>
        <p:spPr>
          <a:xfrm>
            <a:off x="2692572" y="923440"/>
            <a:ext cx="50414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>
                <a:solidFill>
                  <a:srgbClr val="2A2D3B"/>
                </a:solidFill>
                <a:latin typeface="Roboto"/>
                <a:ea typeface="Roboto"/>
                <a:cs typeface="Roboto"/>
                <a:sym typeface="Roboto"/>
              </a:rPr>
              <a:t>WP4 goal</a:t>
            </a: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44FE902F-6007-0E36-5367-C80C3146020A}"/>
              </a:ext>
            </a:extLst>
          </p:cNvPr>
          <p:cNvSpPr txBox="1"/>
          <p:nvPr/>
        </p:nvSpPr>
        <p:spPr>
          <a:xfrm>
            <a:off x="4529042" y="1898291"/>
            <a:ext cx="6696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(contribute to)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D5A802F3-CBF7-B8B9-322D-791A773FF11B}"/>
              </a:ext>
            </a:extLst>
          </p:cNvPr>
          <p:cNvSpPr txBox="1"/>
          <p:nvPr/>
        </p:nvSpPr>
        <p:spPr>
          <a:xfrm>
            <a:off x="2186251" y="2287406"/>
            <a:ext cx="61798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200"/>
              <a:t>Creative educations characterized by </a:t>
            </a:r>
          </a:p>
          <a:p>
            <a:pPr algn="ctr"/>
            <a:r>
              <a:rPr lang="en-GB" sz="2200"/>
              <a:t>critical, informed and deliberate</a:t>
            </a:r>
            <a:br>
              <a:rPr lang="en-GB" sz="2200"/>
            </a:br>
            <a:r>
              <a:rPr lang="en-GB" sz="2200"/>
              <a:t>relationships and collaborations with AI systems</a:t>
            </a:r>
            <a:endParaRPr lang="nb-NO" sz="2200"/>
          </a:p>
          <a:p>
            <a:pPr algn="ctr"/>
            <a:endParaRPr lang="nb-NO" sz="2200"/>
          </a:p>
        </p:txBody>
      </p:sp>
    </p:spTree>
    <p:extLst>
      <p:ext uri="{BB962C8B-B14F-4D97-AF65-F5344CB8AC3E}">
        <p14:creationId xmlns:p14="http://schemas.microsoft.com/office/powerpoint/2010/main" val="220904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0" grpId="0" animBg="1"/>
      <p:bldP spid="9" grpId="0" animBg="1"/>
      <p:bldP spid="8" grpId="0" animBg="1"/>
      <p:bldP spid="4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Rett linje 1">
            <a:extLst>
              <a:ext uri="{FF2B5EF4-FFF2-40B4-BE49-F238E27FC236}">
                <a16:creationId xmlns:a16="http://schemas.microsoft.com/office/drawing/2014/main" id="{EA07FD11-FD1D-AFE9-40CF-FB6C36A4EBFB}"/>
              </a:ext>
            </a:extLst>
          </p:cNvPr>
          <p:cNvCxnSpPr>
            <a:cxnSpLocks/>
          </p:cNvCxnSpPr>
          <p:nvPr/>
        </p:nvCxnSpPr>
        <p:spPr>
          <a:xfrm>
            <a:off x="965077" y="1635417"/>
            <a:ext cx="8150469" cy="0"/>
          </a:xfrm>
          <a:prstGeom prst="line">
            <a:avLst/>
          </a:prstGeom>
          <a:ln>
            <a:solidFill>
              <a:srgbClr val="A7A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kstSylinder 6">
            <a:extLst>
              <a:ext uri="{FF2B5EF4-FFF2-40B4-BE49-F238E27FC236}">
                <a16:creationId xmlns:a16="http://schemas.microsoft.com/office/drawing/2014/main" id="{D5A802F3-CBF7-B8B9-322D-791A773FF11B}"/>
              </a:ext>
            </a:extLst>
          </p:cNvPr>
          <p:cNvSpPr txBox="1"/>
          <p:nvPr/>
        </p:nvSpPr>
        <p:spPr>
          <a:xfrm>
            <a:off x="3841274" y="2121988"/>
            <a:ext cx="2587567" cy="2060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2200" noProof="1"/>
              <a:t>Focus areas / hubs</a:t>
            </a:r>
          </a:p>
          <a:p>
            <a:pPr algn="ctr">
              <a:lnSpc>
                <a:spcPct val="150000"/>
              </a:lnSpc>
            </a:pPr>
            <a:r>
              <a:rPr lang="en-GB" sz="2200" noProof="1"/>
              <a:t>Projects</a:t>
            </a:r>
          </a:p>
          <a:p>
            <a:pPr algn="ctr">
              <a:lnSpc>
                <a:spcPct val="150000"/>
              </a:lnSpc>
            </a:pPr>
            <a:r>
              <a:rPr lang="en-GB" sz="2200" noProof="1"/>
              <a:t>Roadmap</a:t>
            </a:r>
          </a:p>
          <a:p>
            <a:pPr algn="ctr">
              <a:lnSpc>
                <a:spcPct val="150000"/>
              </a:lnSpc>
            </a:pPr>
            <a:r>
              <a:rPr lang="en-GB" sz="2200" noProof="1"/>
              <a:t>Practicalities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7C911674-F42E-4040-515C-B25D68C13C5F}"/>
              </a:ext>
            </a:extLst>
          </p:cNvPr>
          <p:cNvSpPr txBox="1"/>
          <p:nvPr/>
        </p:nvSpPr>
        <p:spPr>
          <a:xfrm>
            <a:off x="2692572" y="923440"/>
            <a:ext cx="50414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2A2D3B"/>
                </a:solidFill>
                <a:latin typeface="Roboto"/>
                <a:ea typeface="Roboto"/>
                <a:cs typeface="Roboto"/>
                <a:sym typeface="Roboto"/>
              </a:rPr>
              <a:t>Goal for today</a:t>
            </a:r>
          </a:p>
        </p:txBody>
      </p:sp>
      <p:pic>
        <p:nvPicPr>
          <p:cNvPr id="13" name="Grafikk 12" descr="Skriveplate avkrysset kontur">
            <a:extLst>
              <a:ext uri="{FF2B5EF4-FFF2-40B4-BE49-F238E27FC236}">
                <a16:creationId xmlns:a16="http://schemas.microsoft.com/office/drawing/2014/main" id="{81B14A8D-1255-1513-5748-697F9318A8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4411" y="2257207"/>
            <a:ext cx="1621307" cy="162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8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;p24">
            <a:extLst>
              <a:ext uri="{FF2B5EF4-FFF2-40B4-BE49-F238E27FC236}">
                <a16:creationId xmlns:a16="http://schemas.microsoft.com/office/drawing/2014/main" id="{BCB6B46A-FB3E-B8FA-1ED5-8F2894226D3E}"/>
              </a:ext>
            </a:extLst>
          </p:cNvPr>
          <p:cNvSpPr/>
          <p:nvPr/>
        </p:nvSpPr>
        <p:spPr>
          <a:xfrm>
            <a:off x="3431021" y="1116300"/>
            <a:ext cx="5615400" cy="24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ctr" anchorCtr="0">
            <a:noAutofit/>
          </a:bodyPr>
          <a:lstStyle/>
          <a:p>
            <a:pPr algn="ctr"/>
            <a:r>
              <a:rPr lang="nb-NO" sz="4000" b="1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Introductions</a:t>
            </a:r>
            <a:endParaRPr lang="nb-NO" sz="4000" b="1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/>
            <a:endParaRPr sz="3500" i="0" u="none" strike="noStrike" cap="none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7E4E676C-737C-10FD-EE25-D5D56E1DE8A1}"/>
              </a:ext>
            </a:extLst>
          </p:cNvPr>
          <p:cNvCxnSpPr>
            <a:cxnSpLocks/>
          </p:cNvCxnSpPr>
          <p:nvPr/>
        </p:nvCxnSpPr>
        <p:spPr>
          <a:xfrm>
            <a:off x="659423" y="3543300"/>
            <a:ext cx="8150469" cy="0"/>
          </a:xfrm>
          <a:prstGeom prst="line">
            <a:avLst/>
          </a:prstGeom>
          <a:ln>
            <a:solidFill>
              <a:srgbClr val="A7A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kstSylinder 4">
            <a:extLst>
              <a:ext uri="{FF2B5EF4-FFF2-40B4-BE49-F238E27FC236}">
                <a16:creationId xmlns:a16="http://schemas.microsoft.com/office/drawing/2014/main" id="{86FBB8E8-FADA-FFCB-D945-BA335A49E1E3}"/>
              </a:ext>
            </a:extLst>
          </p:cNvPr>
          <p:cNvSpPr txBox="1"/>
          <p:nvPr/>
        </p:nvSpPr>
        <p:spPr>
          <a:xfrm>
            <a:off x="4645643" y="3645326"/>
            <a:ext cx="47115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000" err="1"/>
              <a:t>Name</a:t>
            </a:r>
            <a:r>
              <a:rPr lang="nb-NO" sz="2000"/>
              <a:t>, </a:t>
            </a:r>
            <a:r>
              <a:rPr lang="nb-NO" sz="2000" err="1"/>
              <a:t>institution</a:t>
            </a:r>
            <a:br>
              <a:rPr lang="nb-NO" sz="2000"/>
            </a:br>
            <a:r>
              <a:rPr lang="nb-NO" sz="2000" err="1"/>
              <a:t>Disciplin</a:t>
            </a:r>
            <a:endParaRPr lang="nb-NO" sz="2000"/>
          </a:p>
          <a:p>
            <a:r>
              <a:rPr lang="nb-NO" sz="2000"/>
              <a:t>Main area(s) </a:t>
            </a:r>
            <a:r>
              <a:rPr lang="nb-NO" sz="2000" err="1"/>
              <a:t>of</a:t>
            </a:r>
            <a:r>
              <a:rPr lang="nb-NO" sz="2000"/>
              <a:t> </a:t>
            </a:r>
            <a:r>
              <a:rPr lang="nb-NO" sz="2000" err="1"/>
              <a:t>interest</a:t>
            </a:r>
            <a:r>
              <a:rPr lang="nb-NO" sz="2000"/>
              <a:t> and </a:t>
            </a:r>
            <a:r>
              <a:rPr lang="nb-NO" sz="2000" err="1"/>
              <a:t>contribution</a:t>
            </a:r>
            <a:endParaRPr lang="nb-NO" sz="2000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CC347A75-734A-F9AE-6067-2437E19D5676}"/>
              </a:ext>
            </a:extLst>
          </p:cNvPr>
          <p:cNvSpPr txBox="1"/>
          <p:nvPr/>
        </p:nvSpPr>
        <p:spPr>
          <a:xfrm>
            <a:off x="4645643" y="3065140"/>
            <a:ext cx="5041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000" i="1"/>
              <a:t>Max. 2 </a:t>
            </a:r>
            <a:r>
              <a:rPr lang="nb-NO" sz="2000" i="1" err="1"/>
              <a:t>minutes</a:t>
            </a:r>
            <a:r>
              <a:rPr lang="nb-NO" sz="2000" i="1"/>
              <a:t> </a:t>
            </a:r>
            <a:r>
              <a:rPr lang="nb-NO" sz="2000" i="1" err="1"/>
              <a:t>each</a:t>
            </a:r>
            <a:endParaRPr lang="nb-NO" sz="2000" i="1"/>
          </a:p>
        </p:txBody>
      </p:sp>
      <p:pic>
        <p:nvPicPr>
          <p:cNvPr id="6" name="Bilde 5" descr="Et bilde som inneholder sirkel, Grafikk, Fargerikt&#10;&#10;KI-generert innhold kan være feil.">
            <a:extLst>
              <a:ext uri="{FF2B5EF4-FFF2-40B4-BE49-F238E27FC236}">
                <a16:creationId xmlns:a16="http://schemas.microsoft.com/office/drawing/2014/main" id="{C6D15F91-D0E6-4C39-9487-F6D85DA52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978" y="1715993"/>
            <a:ext cx="1830043" cy="12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33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;p24">
            <a:extLst>
              <a:ext uri="{FF2B5EF4-FFF2-40B4-BE49-F238E27FC236}">
                <a16:creationId xmlns:a16="http://schemas.microsoft.com/office/drawing/2014/main" id="{BCB6B46A-FB3E-B8FA-1ED5-8F2894226D3E}"/>
              </a:ext>
            </a:extLst>
          </p:cNvPr>
          <p:cNvSpPr/>
          <p:nvPr/>
        </p:nvSpPr>
        <p:spPr>
          <a:xfrm>
            <a:off x="1840434" y="-472114"/>
            <a:ext cx="5615400" cy="24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ctr" anchorCtr="0">
            <a:noAutofit/>
          </a:bodyPr>
          <a:lstStyle/>
          <a:p>
            <a:pPr algn="ctr"/>
            <a:r>
              <a:rPr lang="nb-NO" sz="4000" b="1" dirty="0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Areas </a:t>
            </a:r>
            <a:r>
              <a:rPr lang="nb-NO" sz="4000" b="1" dirty="0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of</a:t>
            </a:r>
            <a:r>
              <a:rPr lang="nb-NO" sz="4000" b="1" dirty="0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nb-NO" sz="4000" b="1" dirty="0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interests</a:t>
            </a:r>
            <a:endParaRPr sz="3500" i="0" u="none" strike="noStrike" cap="none" dirty="0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7E4E676C-737C-10FD-EE25-D5D56E1DE8A1}"/>
              </a:ext>
            </a:extLst>
          </p:cNvPr>
          <p:cNvCxnSpPr>
            <a:cxnSpLocks/>
          </p:cNvCxnSpPr>
          <p:nvPr/>
        </p:nvCxnSpPr>
        <p:spPr>
          <a:xfrm>
            <a:off x="572900" y="1366362"/>
            <a:ext cx="8150469" cy="0"/>
          </a:xfrm>
          <a:prstGeom prst="line">
            <a:avLst/>
          </a:prstGeom>
          <a:ln>
            <a:solidFill>
              <a:srgbClr val="A7A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ilde 5" descr="Et bilde som inneholder sirkel, Grafikk, Fargerikt&#10;&#10;KI-generert innhold kan være feil.">
            <a:extLst>
              <a:ext uri="{FF2B5EF4-FFF2-40B4-BE49-F238E27FC236}">
                <a16:creationId xmlns:a16="http://schemas.microsoft.com/office/drawing/2014/main" id="{C6D15F91-D0E6-4C39-9487-F6D85DA52E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25" y="19266"/>
            <a:ext cx="1830043" cy="1218205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86FBB8E8-FADA-FFCB-D945-BA335A49E1E3}"/>
              </a:ext>
            </a:extLst>
          </p:cNvPr>
          <p:cNvSpPr txBox="1"/>
          <p:nvPr/>
        </p:nvSpPr>
        <p:spPr>
          <a:xfrm>
            <a:off x="1290393" y="1746648"/>
            <a:ext cx="815046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000" dirty="0" err="1"/>
              <a:t>Scoping</a:t>
            </a:r>
            <a:r>
              <a:rPr lang="nb-NO" sz="2000" dirty="0"/>
              <a:t> </a:t>
            </a:r>
            <a:r>
              <a:rPr lang="nb-NO" sz="2000" dirty="0" err="1"/>
              <a:t>review</a:t>
            </a:r>
            <a:endParaRPr lang="nb-NO" sz="2000" dirty="0"/>
          </a:p>
          <a:p>
            <a:r>
              <a:rPr lang="nb-NO" sz="2000" dirty="0"/>
              <a:t>Critical AI </a:t>
            </a:r>
            <a:r>
              <a:rPr lang="nb-NO" sz="2000" dirty="0" err="1"/>
              <a:t>literacy</a:t>
            </a:r>
            <a:r>
              <a:rPr lang="nb-NO" sz="2000" dirty="0"/>
              <a:t> </a:t>
            </a:r>
          </a:p>
          <a:p>
            <a:pPr marL="342900" indent="-342900">
              <a:buFontTx/>
              <a:buChar char="-"/>
            </a:pPr>
            <a:r>
              <a:rPr lang="nb-NO" sz="2000" dirty="0" err="1"/>
              <a:t>Developing</a:t>
            </a:r>
            <a:r>
              <a:rPr lang="nb-NO" sz="2000" dirty="0"/>
              <a:t> </a:t>
            </a:r>
            <a:r>
              <a:rPr lang="nb-NO" sz="2000" dirty="0" err="1"/>
              <a:t>dissemination</a:t>
            </a:r>
            <a:r>
              <a:rPr lang="nb-NO" sz="2000" dirty="0"/>
              <a:t> </a:t>
            </a:r>
            <a:r>
              <a:rPr lang="nb-NO" sz="2000" dirty="0" err="1"/>
              <a:t>platforms</a:t>
            </a:r>
            <a:endParaRPr lang="nb-NO" sz="2000" dirty="0"/>
          </a:p>
          <a:p>
            <a:pPr marL="342900" indent="-342900">
              <a:buFontTx/>
              <a:buChar char="-"/>
            </a:pPr>
            <a:r>
              <a:rPr lang="nb-NO" sz="2000" dirty="0"/>
              <a:t>Immediate </a:t>
            </a:r>
            <a:r>
              <a:rPr lang="nb-NO" sz="2000" dirty="0" err="1"/>
              <a:t>resources</a:t>
            </a:r>
            <a:endParaRPr lang="nb-NO" sz="2000" dirty="0"/>
          </a:p>
          <a:p>
            <a:r>
              <a:rPr lang="nb-NO" sz="2000" dirty="0"/>
              <a:t>How AI </a:t>
            </a:r>
            <a:r>
              <a:rPr lang="nb-NO" sz="2000" dirty="0" err="1"/>
              <a:t>influences</a:t>
            </a:r>
            <a:r>
              <a:rPr lang="nb-NO" sz="2000" dirty="0"/>
              <a:t> </a:t>
            </a:r>
            <a:r>
              <a:rPr lang="nb-NO" sz="2000" dirty="0" err="1"/>
              <a:t>of</a:t>
            </a:r>
            <a:r>
              <a:rPr lang="nb-NO" sz="2000" dirty="0"/>
              <a:t> </a:t>
            </a:r>
            <a:r>
              <a:rPr lang="nb-NO" sz="2000" dirty="0" err="1"/>
              <a:t>immersion</a:t>
            </a:r>
            <a:endParaRPr lang="nb-NO" sz="2000" dirty="0"/>
          </a:p>
          <a:p>
            <a:r>
              <a:rPr lang="nb-NO" sz="2000" dirty="0" err="1"/>
              <a:t>EdTech</a:t>
            </a:r>
            <a:r>
              <a:rPr lang="nb-NO" sz="2000" dirty="0"/>
              <a:t> in </a:t>
            </a:r>
            <a:r>
              <a:rPr lang="nb-NO" sz="2000" dirty="0" err="1"/>
              <a:t>education</a:t>
            </a:r>
            <a:endParaRPr lang="nb-NO" sz="2000" dirty="0"/>
          </a:p>
          <a:p>
            <a:r>
              <a:rPr lang="nb-NO" sz="2000" dirty="0"/>
              <a:t>Analysis </a:t>
            </a:r>
            <a:r>
              <a:rPr lang="nb-NO" sz="2000" dirty="0" err="1"/>
              <a:t>of</a:t>
            </a:r>
            <a:r>
              <a:rPr lang="nb-NO" sz="2000" dirty="0"/>
              <a:t> human-AI </a:t>
            </a:r>
            <a:r>
              <a:rPr lang="nb-NO" sz="2000" dirty="0" err="1"/>
              <a:t>interactions</a:t>
            </a:r>
            <a:r>
              <a:rPr lang="nb-NO" sz="2000" dirty="0"/>
              <a:t>/</a:t>
            </a:r>
            <a:r>
              <a:rPr lang="nb-NO" sz="2000" dirty="0" err="1"/>
              <a:t>conversations</a:t>
            </a:r>
            <a:endParaRPr lang="nb-NO" sz="2000" dirty="0"/>
          </a:p>
          <a:p>
            <a:r>
              <a:rPr lang="nb-NO" sz="2000" dirty="0"/>
              <a:t>Interactive </a:t>
            </a:r>
            <a:r>
              <a:rPr lang="nb-NO" sz="2000" dirty="0" err="1"/>
              <a:t>books</a:t>
            </a:r>
            <a:endParaRPr lang="nb-NO" sz="2000" dirty="0"/>
          </a:p>
          <a:p>
            <a:r>
              <a:rPr lang="nb-NO" sz="2000" dirty="0" err="1"/>
              <a:t>Culture</a:t>
            </a:r>
            <a:r>
              <a:rPr lang="nb-NO" sz="2000" dirty="0"/>
              <a:t> </a:t>
            </a:r>
            <a:r>
              <a:rPr lang="nb-NO" sz="2000" dirty="0" err="1"/>
              <a:t>schools</a:t>
            </a:r>
            <a:endParaRPr lang="nb-NO" sz="2000" dirty="0"/>
          </a:p>
          <a:p>
            <a:r>
              <a:rPr lang="nb-NO" sz="2000" dirty="0"/>
              <a:t>Video</a:t>
            </a:r>
          </a:p>
          <a:p>
            <a:endParaRPr lang="nb-NO" sz="2000" dirty="0"/>
          </a:p>
          <a:p>
            <a:endParaRPr lang="nb-NO" sz="2000" dirty="0"/>
          </a:p>
          <a:p>
            <a:endParaRPr lang="nb-NO" sz="2000" dirty="0"/>
          </a:p>
        </p:txBody>
      </p:sp>
    </p:spTree>
    <p:extLst>
      <p:ext uri="{BB962C8B-B14F-4D97-AF65-F5344CB8AC3E}">
        <p14:creationId xmlns:p14="http://schemas.microsoft.com/office/powerpoint/2010/main" val="3129003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Et bilde som inneholder tekst, skjermbilde, Font, nummer&#10;&#10;KI-generert innhold kan være feil.">
            <a:extLst>
              <a:ext uri="{FF2B5EF4-FFF2-40B4-BE49-F238E27FC236}">
                <a16:creationId xmlns:a16="http://schemas.microsoft.com/office/drawing/2014/main" id="{9F726C4E-CA5D-5BA2-C7E2-1DC125A32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869" y="2211167"/>
            <a:ext cx="5799503" cy="2923541"/>
          </a:xfrm>
          <a:prstGeom prst="rect">
            <a:avLst/>
          </a:prstGeom>
        </p:spPr>
      </p:pic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98DE7333-4610-D053-658B-0781F818E68A}"/>
              </a:ext>
            </a:extLst>
          </p:cNvPr>
          <p:cNvCxnSpPr>
            <a:cxnSpLocks/>
          </p:cNvCxnSpPr>
          <p:nvPr/>
        </p:nvCxnSpPr>
        <p:spPr>
          <a:xfrm>
            <a:off x="965077" y="1635417"/>
            <a:ext cx="8150469" cy="0"/>
          </a:xfrm>
          <a:prstGeom prst="line">
            <a:avLst/>
          </a:prstGeom>
          <a:ln>
            <a:solidFill>
              <a:srgbClr val="A7A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Sylinder 7">
            <a:extLst>
              <a:ext uri="{FF2B5EF4-FFF2-40B4-BE49-F238E27FC236}">
                <a16:creationId xmlns:a16="http://schemas.microsoft.com/office/drawing/2014/main" id="{5D6FFC93-204D-BD16-9612-1F32958A6581}"/>
              </a:ext>
            </a:extLst>
          </p:cNvPr>
          <p:cNvSpPr txBox="1"/>
          <p:nvPr/>
        </p:nvSpPr>
        <p:spPr>
          <a:xfrm>
            <a:off x="2692572" y="923440"/>
            <a:ext cx="50414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2A2D3B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1794895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4BB44EA47AA04DB0BCD16AA8875EB3" ma:contentTypeVersion="11" ma:contentTypeDescription="Opprett et nytt dokument." ma:contentTypeScope="" ma:versionID="6ae479b8cf20b3b84f1b06756e4ef188">
  <xsd:schema xmlns:xsd="http://www.w3.org/2001/XMLSchema" xmlns:xs="http://www.w3.org/2001/XMLSchema" xmlns:p="http://schemas.microsoft.com/office/2006/metadata/properties" xmlns:ns2="fd311021-8747-449d-8a82-55627a0a6ae1" xmlns:ns3="4eef243e-d4f6-4457-adcf-29611c237728" targetNamespace="http://schemas.microsoft.com/office/2006/metadata/properties" ma:root="true" ma:fieldsID="f9bdecad94990d8f82ee605e758ab48f" ns2:_="" ns3:_="">
    <xsd:import namespace="fd311021-8747-449d-8a82-55627a0a6ae1"/>
    <xsd:import namespace="4eef243e-d4f6-4457-adcf-29611c2377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311021-8747-449d-8a82-55627a0a6a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5da9934d-bfb1-4def-aef0-a37b7e29cb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f243e-d4f6-4457-adcf-29611c2377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0c4dcde-285c-4532-a802-110659ce4e8f}" ma:internalName="TaxCatchAll" ma:showField="CatchAllData" ma:web="4eef243e-d4f6-4457-adcf-29611c2377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311021-8747-449d-8a82-55627a0a6ae1">
      <Terms xmlns="http://schemas.microsoft.com/office/infopath/2007/PartnerControls"/>
    </lcf76f155ced4ddcb4097134ff3c332f>
    <TaxCatchAll xmlns="4eef243e-d4f6-4457-adcf-29611c23772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77F319-3BA8-4442-A1EB-A1D6FEDC443D}"/>
</file>

<file path=customXml/itemProps2.xml><?xml version="1.0" encoding="utf-8"?>
<ds:datastoreItem xmlns:ds="http://schemas.openxmlformats.org/officeDocument/2006/customXml" ds:itemID="{DD7C4101-CE90-47E7-B345-7513D44172CC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cc64f6d2-eb45-4f69-a075-e958d4cdcb8a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20b21c28-0e8e-4475-87f2-9940590ddd5d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D70F3FC-5A80-4E3A-9965-0C87B0835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541</Words>
  <Application>Microsoft Macintosh PowerPoint</Application>
  <PresentationFormat>Egendefinert</PresentationFormat>
  <Paragraphs>70</Paragraphs>
  <Slides>11</Slides>
  <Notes>11</Notes>
  <HiddenSlides>0</HiddenSlides>
  <MMClips>0</MMClips>
  <ScaleCrop>false</ScaleCrop>
  <HeadingPairs>
    <vt:vector size="6" baseType="variant">
      <vt:variant>
        <vt:lpstr>Brukte skrifter</vt:lpstr>
      </vt:variant>
      <vt:variant>
        <vt:i4>7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11</vt:i4>
      </vt:variant>
    </vt:vector>
  </HeadingPairs>
  <TitlesOfParts>
    <vt:vector size="19" baseType="lpstr">
      <vt:lpstr>Times New Roman</vt:lpstr>
      <vt:lpstr>Roboto</vt:lpstr>
      <vt:lpstr>Helvetica Neue Light</vt:lpstr>
      <vt:lpstr>Arial</vt:lpstr>
      <vt:lpstr>Aptos</vt:lpstr>
      <vt:lpstr>Calibri</vt:lpstr>
      <vt:lpstr>Cambria Math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Eirik Sørbø</cp:lastModifiedBy>
  <cp:revision>1</cp:revision>
  <dcterms:modified xsi:type="dcterms:W3CDTF">2026-03-11T14:40:48Z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2025-12-08T20:09:00Z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8617bc69-1dfc-498b-95ca-b0b4c792f09f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50, 3, 0, 1</vt:lpwstr>
  </property>
  <property fmtid="{D5CDD505-2E9C-101B-9397-08002B2CF9AE}" pid="10" name="ContentTypeId">
    <vt:lpwstr>0x010100D74BB44EA47AA04DB0BCD16AA8875EB3</vt:lpwstr>
  </property>
  <property fmtid="{D5CDD505-2E9C-101B-9397-08002B2CF9AE}" pid="11" name="MediaServiceImageTags">
    <vt:lpwstr/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xd_Signature">
    <vt:bool>false</vt:bool>
  </property>
</Properties>
</file>